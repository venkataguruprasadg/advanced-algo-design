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3"/>
  </p:notesMasterIdLst>
  <p:sldIdLst>
    <p:sldId id="257" r:id="rId6"/>
    <p:sldId id="258" r:id="rId7"/>
    <p:sldId id="259" r:id="rId8"/>
    <p:sldId id="260" r:id="rId9"/>
    <p:sldId id="262" r:id="rId10"/>
    <p:sldId id="263" r:id="rId11"/>
    <p:sldId id="264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-756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xmlns="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3500" y="133557"/>
            <a:ext cx="965000" cy="943069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0D4C695-1262-99ED-043C-CD08FE8EA9DD}"/>
              </a:ext>
            </a:extLst>
          </p:cNvPr>
          <p:cNvSpPr txBox="1"/>
          <p:nvPr/>
        </p:nvSpPr>
        <p:spPr>
          <a:xfrm>
            <a:off x="457200" y="1997839"/>
            <a:ext cx="6355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Gummadi Venkata Guru Prasad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CB.SC.P2CSE26006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DEGREE: 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MTECH	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	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2026-2028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D8061E9C-C60D-A0A7-794E-B9F04807D5B3}"/>
              </a:ext>
            </a:extLst>
          </p:cNvPr>
          <p:cNvSpPr/>
          <p:nvPr/>
        </p:nvSpPr>
        <p:spPr>
          <a:xfrm>
            <a:off x="7872984" y="1673352"/>
            <a:ext cx="3502152" cy="34015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AF1A1254-894B-E106-506F-7008CD891D51}"/>
              </a:ext>
            </a:extLst>
          </p:cNvPr>
          <p:cNvSpPr/>
          <p:nvPr/>
        </p:nvSpPr>
        <p:spPr>
          <a:xfrm>
            <a:off x="8046720" y="1920240"/>
            <a:ext cx="2843784" cy="30632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0EE4D0F3-0061-CB5A-387D-66A1F67857EE}"/>
              </a:ext>
            </a:extLst>
          </p:cNvPr>
          <p:cNvSpPr/>
          <p:nvPr/>
        </p:nvSpPr>
        <p:spPr>
          <a:xfrm>
            <a:off x="8937752" y="1780732"/>
            <a:ext cx="2611120" cy="3186808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INSERT YOUR PHOTO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752" y="1801182"/>
            <a:ext cx="2794000" cy="3166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2069B71-FCDE-A30F-E696-FD842E6BD5C2}"/>
              </a:ext>
            </a:extLst>
          </p:cNvPr>
          <p:cNvSpPr txBox="1"/>
          <p:nvPr/>
        </p:nvSpPr>
        <p:spPr>
          <a:xfrm>
            <a:off x="3579876" y="27432"/>
            <a:ext cx="5038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8CB2EF7-BC2A-7DEF-175E-0491579D73D1}"/>
              </a:ext>
            </a:extLst>
          </p:cNvPr>
          <p:cNvSpPr txBox="1"/>
          <p:nvPr/>
        </p:nvSpPr>
        <p:spPr>
          <a:xfrm>
            <a:off x="220979" y="1874520"/>
            <a:ext cx="58140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FATHER’S NAME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 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Tarakeswara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Private Employee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NUMBER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9848555891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tarakam27@gmail.com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956505F-98FC-E49E-C574-BB2D6E269740}"/>
              </a:ext>
            </a:extLst>
          </p:cNvPr>
          <p:cNvSpPr txBox="1"/>
          <p:nvPr/>
        </p:nvSpPr>
        <p:spPr>
          <a:xfrm>
            <a:off x="5949695" y="1872049"/>
            <a:ext cx="58140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MOTHER’S NAME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 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Lokeswari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House Wife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NUMBER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9603977094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ID: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CFC92A3D-4913-0FD9-73BA-80AAF5CBD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055269"/>
              </p:ext>
            </p:extLst>
          </p:nvPr>
        </p:nvGraphicFramePr>
        <p:xfrm>
          <a:off x="640080" y="364067"/>
          <a:ext cx="10908792" cy="542026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54396">
                  <a:extLst>
                    <a:ext uri="{9D8B030D-6E8A-4147-A177-3AD203B41FA5}">
                      <a16:colId xmlns:a16="http://schemas.microsoft.com/office/drawing/2014/main" xmlns="" val="786723268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xmlns="" val="3432375399"/>
                    </a:ext>
                  </a:extLst>
                </a:gridCol>
              </a:tblGrid>
              <a:tr h="6519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Skills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898906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(Languages used to write programs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C, C++, Java, Python, JavaScript, C#,  etc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641730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Object-Oriented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(Programming using classes and objects 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Class, Object, Inheritance, Polymorphism, Encapsulation, Abstraction, Interfaces, etc.)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8411038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used to create websites and web pages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 JavaScript, Bootstrap, Responsive Design, etc.)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7723924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used to build the visible/user-interface part of applications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React.js, Angular, Vue.js, Next.js, Tailwind CSS, Redux, etc.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3204556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used to develop the server-side of applications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Express.js, Django, Flask, Spring Boot, .NET, </a:t>
                      </a:r>
                      <a:r>
                        <a:rPr lang="en-IN" sz="1600" b="1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etc.)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8980215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and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used to store, manage and retrieve data like 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MySQL, PostgreSQL, Oracle, SQL Server, MongoDB, SQL Queries, Joins, etc.)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15275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809B5512-4691-ED2D-A51E-7C26A8FC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48378"/>
              </p:ext>
            </p:extLst>
          </p:nvPr>
        </p:nvGraphicFramePr>
        <p:xfrm>
          <a:off x="641604" y="335473"/>
          <a:ext cx="10908792" cy="543889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54396">
                  <a:extLst>
                    <a:ext uri="{9D8B030D-6E8A-4147-A177-3AD203B41FA5}">
                      <a16:colId xmlns:a16="http://schemas.microsoft.com/office/drawing/2014/main" xmlns="" val="786723268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xmlns="" val="3432375399"/>
                    </a:ext>
                  </a:extLst>
                </a:gridCol>
              </a:tblGrid>
              <a:tr h="6535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Skill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Skills here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898906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Stack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(Development involving both frontend and backend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MERN, MEAN, Java Full Stack, Python Full Stack,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641730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&amp;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that allow computers to learn from data and make predictions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Learning, Regression, Classification, Clustering, Scikit-learn, TensorFlow, 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8411038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Science &amp;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(Using data to find patterns, insights and useful information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NumPy, Pandas, Statistics, Power BI, Tableau, Excel, Data Visualization,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7723924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AI &amp;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(AI that generates content or understands human language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ChatGPT, Gemini, LLM, Prompt Engineering, RAG, NLP, Transformers, AI Agents,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3204556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(Using internet-based servers and services to run applications and store data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AWS, Microsoft Azure, Google Cloud, EC2, S3, Cloud Functions,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8980215"/>
                  </a:ext>
                </a:extLst>
              </a:tr>
              <a:tr h="644967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DevOps &amp; 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(Tools used for code management, collaboration, deployment and automation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GitHub, GitLab, Docker, Kubernetes, Jenkins, CI/CD, etc.)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15275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1405493-F451-CBB3-7B1D-7C45AA9F2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843980"/>
              </p:ext>
            </p:extLst>
          </p:nvPr>
        </p:nvGraphicFramePr>
        <p:xfrm>
          <a:off x="447964" y="187191"/>
          <a:ext cx="11296072" cy="56827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48036">
                  <a:extLst>
                    <a:ext uri="{9D8B030D-6E8A-4147-A177-3AD203B41FA5}">
                      <a16:colId xmlns:a16="http://schemas.microsoft.com/office/drawing/2014/main" xmlns="" val="786723268"/>
                    </a:ext>
                  </a:extLst>
                </a:gridCol>
                <a:gridCol w="5648036">
                  <a:extLst>
                    <a:ext uri="{9D8B030D-6E8A-4147-A177-3AD203B41FA5}">
                      <a16:colId xmlns:a16="http://schemas.microsoft.com/office/drawing/2014/main" xmlns="" val="3432375399"/>
                    </a:ext>
                  </a:extLst>
                </a:gridCol>
              </a:tblGrid>
              <a:tr h="65353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Skills here</a:t>
                      </a:r>
                    </a:p>
                    <a:p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898906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Protecting systems, applications, networks and data from security threats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Hacking, Cryptography, Network Security, Penetration Testing, Cybersecurity Tools,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641730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used to develop, maintain and test software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SDLC, Agile, Scrum, Selenium, JUnit, Unit Testing, Manual Testing, Automation Testing,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8411038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 to develop mobile applications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Development, Android Studio, Java, Kotlin, Flutter, React Native, Firebase, Swift,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7723924"/>
                  </a:ext>
                </a:extLst>
              </a:tr>
              <a:tr h="772873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</a:t>
                      </a:r>
                    </a:p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(Tools used for graphic design, photo editing, video editing and creative work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 Photoshop, Illustrator, InDesign, XD, Premiere Pro, Acrobat, etc.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1940185"/>
                  </a:ext>
                </a:extLst>
              </a:tr>
              <a:tr h="791345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Skills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(Technologies used to develop embedded systems and IoT applications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C/C++, Microcontrollers, Arduino, Raspberry Pi, RTOS, Sensors, UART, SPI, I2C, IoT, etc.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0697185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Tools, APIs &amp; 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for development, application integration, project management and interface design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Jupyter, Postman, REST API, 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Figma, Jira, GitHub,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320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0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263A99CC-6476-BA33-C7BF-26394395E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65733"/>
              </p:ext>
            </p:extLst>
          </p:nvPr>
        </p:nvGraphicFramePr>
        <p:xfrm>
          <a:off x="641604" y="527243"/>
          <a:ext cx="10908792" cy="510201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54396">
                  <a:extLst>
                    <a:ext uri="{9D8B030D-6E8A-4147-A177-3AD203B41FA5}">
                      <a16:colId xmlns:a16="http://schemas.microsoft.com/office/drawing/2014/main" xmlns="" val="786723268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xmlns="" val="3432375399"/>
                    </a:ext>
                  </a:extLst>
                </a:gridCol>
              </a:tblGrid>
              <a:tr h="6519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Skills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898906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 &amp; Algorithms (DSA)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 to store data and solve programming problems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Array, String, Linked List, Stack, Queue, Tree, Graph, Sorting, Searching, Recursion, Dynamic Programming, etc.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6417307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how computers and devices communicate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TCP/IP, HTTP/HTTPS, DNS, OSI Model, Routing, Switching, LAN, WAN, etc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8411038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that manages computer hardware, applications and resources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Linux, Windows, Ubuntu, Processes, Threads, Memory Management, Shell Scripting, etc.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7723924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Technical / Core Skills</a:t>
                      </a:r>
                    </a:p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skills from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CSE, ECE, EEE, Mechanical, Civil or other domains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that are not covered above)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3204556"/>
                  </a:ext>
                </a:extLst>
              </a:tr>
              <a:tr h="653530">
                <a:tc>
                  <a:txBody>
                    <a:bodyPr/>
                    <a:lstStyle/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Certifications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(Certifications that validate knowledge of cloud computing platforms and services like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AWS, Microsoft Azure, Google Cloud, Cloud Security, Cloud Architecture, etc.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009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13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BDDFBD9-DEB0-C56D-1AC8-A96B159ED07D}"/>
              </a:ext>
            </a:extLst>
          </p:cNvPr>
          <p:cNvSpPr txBox="1"/>
          <p:nvPr/>
        </p:nvSpPr>
        <p:spPr>
          <a:xfrm>
            <a:off x="46182" y="624542"/>
            <a:ext cx="5038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EF233B9-0902-30AF-D31B-A380F20103A0}"/>
              </a:ext>
            </a:extLst>
          </p:cNvPr>
          <p:cNvSpPr txBox="1"/>
          <p:nvPr/>
        </p:nvSpPr>
        <p:spPr>
          <a:xfrm>
            <a:off x="695037" y="1856677"/>
            <a:ext cx="99452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PORTFOLIO: </a:t>
            </a:r>
            <a:endParaRPr lang="en-IN" sz="2000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248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121</TotalTime>
  <Words>806</Words>
  <Application>Microsoft Office PowerPoint</Application>
  <PresentationFormat>Custom</PresentationFormat>
  <Paragraphs>117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 Venkata Guru Prasasd</cp:lastModifiedBy>
  <cp:revision>12</cp:revision>
  <dcterms:created xsi:type="dcterms:W3CDTF">2026-08-20T08:53:47Z</dcterms:created>
  <dcterms:modified xsi:type="dcterms:W3CDTF">2026-09-27T14:01:17Z</dcterms:modified>
</cp:coreProperties>
</file>